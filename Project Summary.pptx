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embeddedFontLst>
    <p:embeddedFont>
      <p:font typeface="Broadway" panose="04040905080B02020502" pitchFamily="82" charset="0"/>
      <p:regular r:id="rId10"/>
    </p:embeddedFon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08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1261" y="590062"/>
            <a:ext cx="5409655" cy="283893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Poppins"/>
              </a:rPr>
              <a:t>Employee Attrition Project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642044" y="4698614"/>
            <a:ext cx="5088650" cy="119812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kern="1200" cap="none">
                <a:solidFill>
                  <a:srgbClr val="FFFFFF"/>
                </a:solidFill>
                <a:latin typeface="+mn-lt"/>
                <a:ea typeface="+mn-ea"/>
                <a:cs typeface="+mn-cs"/>
                <a:sym typeface="Lato"/>
              </a:rPr>
              <a:t>From Data Insights to a Deployed Solution</a:t>
            </a:r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8912"/>
            <a:ext cx="52863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Business Problem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needed to move from being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reactive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proactive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about employee retention. The goal was to identify at-risk employees *before* they leave.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31194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Our Data (The CSV File)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7480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used the `Employee-Attrition.csv` file, which contained employee profiles, job details (like role, income) and sentiment data (like job satisfaction).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Challenge &amp; The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947862" y="4929187"/>
            <a:ext cx="8296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analysis (EDA) confirmed that factors like overtime and low satisfaction are the strongest drivers of attrition.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Insights (EDA)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Our Model's Job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857250" y="283845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built a Random Forest model, which is highly accurate.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57250" y="3238500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analyzes an employee's data to predict their risk of leaving.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57250" y="363855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model is optimized for "Recall" – meaning it's excellent at *finding* potential leavers.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57250" y="4295775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model is the "engine" for our new tool.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Predictive Model (ML)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60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6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861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340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Solution (Streamlit)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15240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HR Attrition Dashboard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229552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ML model is deployed in a simple, secure Streamlit web application.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289366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dashboard provides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risk scoring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HR can now access data-driven insights to start supportive conversations with at-risk employees immediately.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962025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Business Impact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962025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tool transforms our retention strategy from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reactive to proactive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It empowers HR with data, reduces talent loss, and provides a clear ROI by saving on recruitment and training costs.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724650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Recommended Next Steps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724650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Pilot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Streamlit tool with HR Business Partners for Q1.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2.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feedback to refine the dashboard.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3.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Retrain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model quarterly with new data to maintain accuracy.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Business Impact &amp; Next Steps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52740-513D-4AC9-710C-222B41BF5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1882591"/>
            <a:ext cx="9147940" cy="3047290"/>
          </a:xfrm>
        </p:spPr>
        <p:txBody>
          <a:bodyPr anchor="t"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  <a:latin typeface="Broadway" panose="04040905080B02020502" pitchFamily="82" charset="0"/>
              </a:rPr>
              <a:t>Thank You</a:t>
            </a:r>
            <a:endParaRPr lang="en-IN" sz="6600" dirty="0">
              <a:solidFill>
                <a:srgbClr val="FFFFFF"/>
              </a:solidFill>
              <a:latin typeface="Broadway" panose="04040905080B02020502" pitchFamily="82" charset="0"/>
            </a:endParaRP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252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Widescreen</PresentationFormat>
  <Paragraphs>25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Poppins</vt:lpstr>
      <vt:lpstr>Calibri</vt:lpstr>
      <vt:lpstr>Arial</vt:lpstr>
      <vt:lpstr>Lato</vt:lpstr>
      <vt:lpstr>Broadway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mishan daniel</cp:lastModifiedBy>
  <cp:revision>2</cp:revision>
  <dcterms:modified xsi:type="dcterms:W3CDTF">2025-11-14T05:21:44Z</dcterms:modified>
</cp:coreProperties>
</file>